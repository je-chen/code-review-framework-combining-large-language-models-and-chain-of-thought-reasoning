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accent_lef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103120"/>
            <a:ext cx="11277295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000" b="1">
                <a:solidFill>
                  <a:srgbClr val="E5E7EB"/>
                </a:solidFill>
                <a:latin typeface="Inter"/>
                <a:ea typeface="Microsoft JhengHei UI"/>
              </a:rPr>
              <a:t>prthinker 程式碼審查框架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2DD4BF"/>
                </a:solidFill>
                <a:latin typeface="Inter"/>
                <a:ea typeface="Microsoft JhengHei UI"/>
              </a:rPr>
              <a:t>從原始到現在的完整新增功能 — 逐項完整解釋</a:t>
            </a:r>
          </a:p>
        </p:txBody>
      </p:sp>
      <p:sp>
        <p:nvSpPr>
          <p:cNvPr id="4" name="meta"/>
          <p:cNvSpPr txBox="1"/>
          <p:nvPr/>
        </p:nvSpPr>
        <p:spPr>
          <a:xfrm>
            <a:off x="457200" y="4023360"/>
            <a:ext cx="11277295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9CA3AF"/>
                </a:solidFill>
                <a:latin typeface="Inter"/>
                <a:ea typeface="Microsoft JhengHei UI"/>
              </a:rPr>
              <a:t>17 項研究級機制 · 20+ 項可操作性整合 · 多後端組合 · 完整可觀測性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CA3AF"/>
                </a:solidFill>
                <a:latin typeface="Inter"/>
                <a:ea typeface="Microsoft JhengHei UI"/>
              </a:rPr>
              <a:t>JeffreyChen · 2026 · 內部技術簡報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E5E7EB"/>
                </a:solidFill>
                <a:latin typeface="Inter"/>
                <a:ea typeface="Microsoft JhengHei UI"/>
              </a:rPr>
              <a:t>研究級擴充機制（17 項）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2743200"/>
            <a:ext cx="11277295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9CA3AF"/>
                </a:solidFill>
                <a:latin typeface="Inter"/>
                <a:ea typeface="Microsoft JhengHei UI"/>
              </a:rPr>
              <a:t>原 13 項基礎上新增 4 項；皆 opt-in、附單元測試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  / 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對抗強健性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prthinker adversarial-eval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作用：量測審查器面對惡意／對抗輸入時是否仍守住安全防線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問題：多數研究假設 diff 為友善輸入，未測 prompt-injection 等攻擊面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運作：隨附攻擊面語料庫與小型種子集 seed.jsonl，涵蓋四種攻擊類型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運作：每次呼叫之 bypass 標記、detection 標記與原始模型輸出寫入 SQLite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設計：模組刻意不輸出聚合偵測率，交由下游 SQL 查詢，保留原始可審計性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設計：seed.jsonl 明示為「種子、非 benchmark」；量化宣稱前須先擴充語料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  / 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閉環多輪對話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--reply-to-author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作用：讓審查器讀懂作者回覆，避免重複糾纏已處理的問題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問題：既有 LLM 審查只看一次 diff、貼完 finding 就停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問題：作者「wontfix because X」之回覆傳不回模型，下次照樣重貼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運作：平台轉接器抓取作者對上次摘要留言之回覆，整理為 Prior dialogue 區塊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運作：注入 inline-findings prompt，模型須三選一回應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運作：(a)撤回作者已處理之 finding (b)依反論修正 (c)持立場並補新證據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設計：永不靜默重貼作者已回應過之留言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  / 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反事實審查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--counterfactual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作用：對「設計選擇」類問題提供替代方案與取捨，而非單一「照我說的做」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問題：多數審查器只輸出「do X instead」，缺乏方案比較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運作：針對屬於設計選擇(非 bug)之 finding，列出競爭實作與小型 trade-off 矩陣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運作：註冊於 prthinker.steps 但不自動載入，僅 --counterfactual 時執行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設計：parser 丟棄格式錯誤／選項&lt;2／索引越界之區塊，壞步驟不中斷整輪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4  / 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評論來源稽核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--provenance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作用：讓每條 finding 可被追溯與質問，把審查器從黑箱變透明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問題：審查器常被當黑箱──為何提出某 finding 留作隱性，難以信任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運作：inline-findings prompt 要求模型對每條 finding 附 provenance payload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運作：列出引用之 RAG 規則、accepted-corpus 範例與 diff 行號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運作：另含可選自評信心值 confidence ∈ [0,1]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運作：PR 留言每檔下方呈現 Audit trail 引用，審查者可逐條檢視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設計：parser 對越界索引等不合法 provenance 做防呆，不讓壞輸出破壞留言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5  / 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Force-push 差分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--diff-since-last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作用：迭代式 PR 只重審真正變動的檔，省下重複 token 成本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問題：既有審查器每次 push 都重跑整份 inline review，付費重生相同 finding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運作：對每檔新側內容雜湊(content_sha256)，per-hunk finding 快取於小型 SQLite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運作：下次 push 比對雜湊，僅變動檔過模型，未變動檔重用快取 finding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設計：迭代式 PR 通常 60–80% diff 在 push 間未變，故節省顯著(實際比率未量測)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6  / 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建議 sandbox 驗證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--verify-suggestions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作用：把模型建議從「希望能套用」變成「附實證的假設」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問題：審查器輸出 suggestion 後，只能期望作者套用而不破壞測試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運作：把 working tree 複製到拋棄式 sandbox，以 guarded splice 套用建議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運作：splice 先檢查 original 片段相符，再跑 --verify-cmd(預設測試指令)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運作：每條建議標 [verified]／[FAILED]／[skipped]／[error]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設計：全在 sandbox 進行，原 repo 絕不變動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7  / 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跨語言 API 漂移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--api-consistency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作用：抓出後端改了介面但前端沒跟上的跨檔不一致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問題：PR 同時改後端與前端時，後端 rename user_id→userId 而前端仍用舊名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運作：當 PR 同時碰後端(.py)與前端(.ts/.tsx)時，於 per-file finding 後追加一步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運作：分析跨檔 request/response 形狀漂移，產生結構化 ApiDriftFinding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運作：PR 留言頂端長出 Cross-language API drift 表(類型／後端路徑／前端路徑／摘要)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8  / 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PR 類型自適應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--pr-classify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作用：依 PR 性質調整審查深度，避免一刀切的五步驟管線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問題：docs-only PR 不需 inline_findings，hotfix 不需重構級設計討論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運作：先跑分類器，從 diff + 標題 + body 分為六類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運作：bugfix／feature／refactor／docs／chore／unknown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運作：依類型調整下游管線(docs 略過 inline、bugfix 用聚焦 prompt 等)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運作：留言標頭顯示分類與理由，供審查者查核模型之意圖判讀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9  / 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可重現性訊號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--reproducibility-check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作用：在多數後端不提供穩定 logprob 時，給出 backend 無關的不確定性代理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問題：難以判斷某 finding 是穩定結論還是模型一次性的雜訊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運作：對每檔把 inline-findings 步驟跑兩次(prompt 相同；非零溫度給出第二樣本)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運作：兩次皆出現者標 [stable]，僅第二次出現者另行標示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運作：每檔多一次後端呼叫為其代價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10  / 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依賴升級影響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--dep-upgrade-check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作用：把最易在生產出事、卻最常被放行的依賴升級 PR 拉出來細看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運作：偵測 lock-file 觸碰(requirements.txt／pyproject.toml／package.json)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運作：抽出每套件 (舊版本→新版本) delta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運作：問模型該 breaking change 是否影響本 repo 之實際用法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運作：PR 留言頂端長出 Dependency upgrade impact 表(嚴重度／套件／版本／摘要)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設計：不於審查時抓遠端 changelog(CI 脆弱+隱私)；由模型訓練知識與 diff 回答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11  / 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多角色 + 衝突顯化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--personas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作用：呈現不同審查視角的真實分歧，交由人類裁決而非平均掉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問題：既有 ensemble 多跑同一視角 N 次再平均，抹平了有價值的張力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運作：跑 N 個正交 lens──security／performance／readability／api_stability／maintainability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運作：每個 persona 被明確要求只在自身視角發言、不越界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運作：全部發言後，conflict-finder 步驟找出 persona 之間的分歧點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設計：PR 留言長出 Persona conflicts 表，標出彼此衝突的視角與一句張力描述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12  / 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風險加權注意力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--risk-weighted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作用：把審查注意力按檔案風險分配，高風險檔分到更多 finding 預算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運作：以 churn + complexity + bug history(從 git log 取) 算每檔風險分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運作：按風險比例縮放各檔的 finding budget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設計：權重(0.4, 0.3, 0.3)為設計值；其敏感度分析屬未來工作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13  / 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Diff 熵偵測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--diff-entropy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作用：提醒過大／過散的 PR 應拆分，提升可審查性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運作：計算 PR 之 size 與目錄分布之 Shannon 熵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運作：判為 focused／wide／bomb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運作：高熵 PR 於留言頂端貼「Consider splitting this PR」警示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14  / 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主動學習衍生規則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derive-lessons / --lessons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作用：把人工 dismiss／accept 的歷史回饋蒸餾為可重用規則，形成學習迴路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問題：審查器一再犯同類錯，但作者的 dismiss/accept 訊號未被回收利用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運作：derive-lessons 讀最近 N 筆 dismissed/accepted 語料，請模型歸納規則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運作：解析後之規則附時間戳追加寫入 lessons.jsonl(append-only)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運作：下次 review 以 --lessons 注入最近 top-K 規則至 prompt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設計：無需額外人工標註即可持續收斂；語料 append-only 不改寫歷史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15  / 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跨 PR finding 聚類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discover-rules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作用：把散落在多個 PR 的重複問題，聚成候選專案規則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問題：同一類問題反覆出現卻沒被沉澱為團隊規則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運作：discover-rules 對累積 finding 跑貪婪 cosine 相似度聚類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運作：每個 cluster 視為一條可能值得寫入規則庫之重複規則候選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設計：框架只提候選，須人類採納為 --rules-dir 條目後才生效(human-in-the-loop)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16  / 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Repo 知識圖譜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build-kg / --kg-ground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作用：用真實符號接地審查，降低模型虛構不存在之函式／類別名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問題：LLM 於大型 repo 常虛構符號名(宣稱 auth.py 有 get_user 但其實在別處)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運作：build-kg 以 Python ast 與正則走訪 def/class/方法/常數及 TS/JS export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運作：將 (symbol, kind, file, line, parent) 持久化至 .prthinker/repo-kg.sqlite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運作：store 以 workdir 為 key，單一 SQLite 可容多倉而不互相洩漏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運作：--kg-ground 注入「Known symbols(treat as canonical)」前置區塊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運作：明示 finding 引用之符號必須出現於表中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運作：另附 D3 視覺化，於 nginx 以 /kg/&lt;name&gt;/ 逐倉服務(repo-kg-&lt;name&gt;.html)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設計：rebuild 整批替換該 workdir 舊列以對齊 HEAD；增量更新屬未來工作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17  / 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每檔遞增存檔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--incremental-save-dir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作用：讓長時間審查在中斷後仍保留已完成檔的結果，崩潰安全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問題：30B 級後端每檔可跑數分鐘；原 --output-json 僅最末整批落盤，中途死亡即全失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運作：每檔完成即把 FileReviewResult 序列化 atomic 寫入 &lt;dir&gt;/files/&lt;slug&gt;.json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運作：&lt;dir&gt;/review.json 僅整輪 sweep 跑完才寫，其存在即代表乾淨完成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運作：&lt;dir&gt;/meta.json 於開始時寫 repo／pr_number／head_sha／started_at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設計：所有寫盤經 .tmp + os.replace 達原子性，半寫狀態不可見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設計：writer 內 OSError 僅 log 並吞掉，持久化失敗不中斷審查；限本機 pipeline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18  / 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E5E7EB"/>
                </a:solidFill>
                <a:latin typeface="Inter"/>
                <a:ea typeface="Microsoft JhengHei UI"/>
              </a:rPr>
              <a:t>可操作性與輸出整合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2743200"/>
            <a:ext cx="11277295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9CA3AF"/>
                </a:solidFill>
                <a:latin typeface="Inter"/>
                <a:ea typeface="Microsoft JhengHei UI"/>
              </a:rPr>
              <a:t>runner-safe 純轉換／轉接器，不含推論；皆附單元測試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19  / 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SARIF 匯出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--sarif-out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 finding 以業界標準格式輸出，接上既有掃描生態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運作：以 SARIF(靜態分析結果交換格式, Static Analysis Results Interchange Format) 2.1.0 輸出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運作：供 GitHub code-scanning 或任何 SARIF 檢視器使用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20  / 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HTML 報告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--html-report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作用：產生可離線分享、不需平台的視覺化審查報告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運作：輸出獨立、防 XSS(跨站腳本, cross-site scripting) 之 HTML 報告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運作：含嚴重度摘要與每檔 finding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21  / 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finding 抑制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--ignore-file / .prthinkerignore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作用：讓團隊以設定檔過濾雜訊 finding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運作：以路徑 glob、severity:&lt;level&gt; 或 rule:&lt;id&gt;(留言子字串)丟棄 finding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設計：缺檔即 no-op，不報錯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22  / 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finding 去重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--dedupe-findings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作用：收斂重複的 finding，降低審查者負擔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運作：合併近似重複 finding(同 path+line、等義訊息)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設計：保留最高嚴重度者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23  / 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公開 API 影響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--api-impact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作用：提示本次變更對外部使用者的相容性衝擊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運作：啟發式掃描 diff 內公開 def／class 簽章之增刪改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運作：於摘要附 semver(語意化版本, Semantic Versioning) 影響(major／minor／patch)一行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24  / 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Gitea 平台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--platform gitea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作用：把審查能力延伸到自架 Git 平台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運作：GiteaAdapter 與 GitHub／GitLab 同走 PlatformAdapter 策略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設計：新增平台只需加一個轉接器，不動執行核心(Strategy 模式)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25  / 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commit message 審查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review-commits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作用：把審查從程式碼延伸到 commit message 品質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運作：就 stdin 讀入之 commit message 評估品質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運作：檢查 conventional-commits 格式、祈使語氣、清晰度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26  / 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額外推論後端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--backend gemini|cohere|mistral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作用：擴大可用之雲端模型供應商選擇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運作：新增 Gemini／Cohere／Mistral 三個 HTTP 後端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運作：與 OpenAI／Anthropic 同走 InferenceBackend 工廠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運作：各有 --&lt;provider&gt;-model / -api-key / -base-url 旗標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27  / 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後端組合層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RouterBackend / EnsembleBackend (library)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作用：以組合而非新類別提供故障韌性與多模型表決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運作：RouterBackend(primary, fallbacks) 於失敗時逐級回退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運作：EnsembleBackend(backends, policy) 查多後端並依 longest／first／majority 選取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設計：二者皆為 InferenceBackend 裝飾器，可與快取／telemetry 包裝層自由組合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28  / 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self-consistency 取樣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self_consistent_generate (library)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作用：以多次取樣的多數決提升單次輸出的穩定性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運作：對同一 prompt 取樣 k 次，回傳多數(正規化)輸出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29  / 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第三方 step 外掛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load_plugin_steps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作用：讓外部套件擴充審查步驟而不必改動核心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運作：以 prthinker.steps entry-point group 探索外部套件所註冊之 step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運作：CLI 啟動時呼叫載入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設計：符合 Open/Closed 原則──加步驟不改既有檔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30  / 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confidence 棄權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--min-confidence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作用：以信心閾值濾掉模型自評把握度低的 finding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運作：丟棄 provenance confidence 低於閾值之 finding(須搭配 --provenance)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設計：無 confidence 之 finding 一律保留，不誤殺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31  / 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引用驗證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citation_verify (library)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作用：查核 provenance 引用本身是否站得住腳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運作：標記引用之 rule／example 索引越界者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運作：標記 diff 證據行落在 diff 之外者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32  / 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prompt-injection 防護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injection_guard (library)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作用：在輸入端先擋下注入嘗試，補強對抗語料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運作：對新增行啟發式掃描──直接注入、role-hijack、編碼 blob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運作：scan_diff／redact_injection 為 best-effort 防線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33  / 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finding 在地化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localize (library)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作用：把審查留言翻成目標語言，貼近在地團隊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運作：以 prompt + parse 將 finding 留言翻譯為指定語言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34  / 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golden-set 快照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golden (library)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作用：偵測 prompt 或模型行為的漂移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運作：寫入／比對 finding 之穩定快照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設計：只比對內容差異，不含任何分數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35  / 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評估 harness 骨架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benchmark (library)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作用：提供誠實量測的承接介面，供日後跑語料用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運作：將 case 語料跑過後端並僅記錄原始輸出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設計：依 paper_rule 不輸出任何分數或聚合數字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36  / 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成本估算與預算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cost (library)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作用：估算與控管單次 PR 審查的雲端費用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運作：自 pricing 估每次呼叫之 USD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運作：以 CostBudget 為單一 PR 設定花費上限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37  / 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聚焦審查模式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--review-modes security,performance,…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作用：依需求加掛特定領域的整份 diff 審查 pass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運作：以 Registry 模式註冊於 prthinker.review_modes 之 opt-in pass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運作：security/SAST、performance、test-coverage、IaC、DB-migration、accessibility、secret-scan、PII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運作：各啟用模式之輸出附於彙整摘要；未知名稱略過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設計：各模式之 prompt 為其模組內之 source of truth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38  / 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E5E7EB"/>
                </a:solidFill>
                <a:latin typeface="Inter"/>
                <a:ea typeface="Microsoft JhengHei UI"/>
              </a:rPr>
              <a:t>監控與可觀測性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2743200"/>
            <a:ext cx="11277295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9CA3AF"/>
                </a:solidFill>
                <a:latin typeface="Inter"/>
                <a:ea typeface="Microsoft JhengHei UI"/>
              </a:rPr>
              <a:t>推論伺服器指標端點與 Docker 監控疊加層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39  / 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/metrics 指標端點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prometheus_fastapi_instrumentator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作用：讓推論伺服器的健康與負載可被標準監控抓取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運作：FastAPI 伺服器以 Prometheus 文字格式暴露每端點之請求數／延遲／狀態碼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設計：採延遲匯入(lazy import)；未安裝相依時停用 /metrics，runner profile 不受影響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40  / 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Docker 監控疊加層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docker-compose.monitoring.yml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作用：一鍵起一整套可觀測性服務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運作：編排 Prometheus(抓 /metrics)、Grafana(儀表板)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運作：DCGM(GPU 指標匯出器)、cAdvisor(容器指標)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運作：nginx 反向代理 /grafana/、/prometheus/、/cadvisor/、/kg/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41  / 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Prometheus 告警規則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docker/monitoring/alerts.yml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作用：在指標越界時主動告警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運作：監控疊加層隨附之 Prometheus 告警規則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狀態：已實作 + 單元測試；量化效益依不謊造原則未予評估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42  / 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E5E7EB"/>
                </a:solidFill>
                <a:latin typeface="Inter"/>
                <a:ea typeface="Microsoft JhengHei UI"/>
              </a:rPr>
              <a:t>僅設計、尚未實作（未來工作）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2743200"/>
            <a:ext cx="11277295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9CA3AF"/>
                </a:solidFill>
                <a:latin typeface="Inter"/>
                <a:ea typeface="Microsoft JhengHei UI"/>
              </a:rPr>
              <a:t>依 paper_rule 標示「本論文未予評估」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43  / 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E5E7EB"/>
                </a:solidFill>
                <a:latin typeface="Inter"/>
                <a:ea typeface="Microsoft JhengHei UI"/>
              </a:rPr>
              <a:t>僅設計、尚未實作之機制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head"/>
          <p:cNvSpPr txBox="1"/>
          <p:nvPr/>
        </p:nvSpPr>
        <p:spPr>
          <a:xfrm>
            <a:off x="457200" y="1335024"/>
            <a:ext cx="11277295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DD4BF"/>
                </a:solidFill>
                <a:latin typeface="Inter"/>
                <a:ea typeface="Microsoft JhengHei UI"/>
              </a:rPr>
              <a:t>design-only — 未來工作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457200" y="1874519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平行 per-file 審查：需 per-backend 併發能力旗標 + 有界 worker pool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原因：行內 GPU 後端(LocalHFBackend)序列化生成、不可多執行緒安全呼叫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可配置 step DAG(有向無環圖, Directed Acyclic Graph)：依 PR 類型跳步、獨立步驟扇出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原因：需重構 CoTPipeline 與 step 解析，屬較大改寫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per-author 校準／自動調校 RAG 門檻／embedding 漂移監測：需累積回饋之線上學習迴路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server queue + rate-limiting 與 per-model 指標標籤：為保 boot path 與指標基數穩定</a:t>
            </a:r>
          </a:p>
          <a:p>
            <a:pPr algn="l"/>
            <a:r>
              <a:rPr sz="1800">
                <a:solidFill>
                  <a:srgbClr val="E5E7EB"/>
                </a:solidFill>
                <a:latin typeface="Inter"/>
                <a:ea typeface="Microsoft JhengHei UI"/>
              </a:rPr>
              <a:t>• 以上皆依 paper_rule 標示「本論文未予評估」，且不附程式碼</a:t>
            </a:r>
          </a:p>
        </p:txBody>
      </p:sp>
      <p:sp>
        <p:nvSpPr>
          <p:cNvPr id="6" name="meta"/>
          <p:cNvSpPr txBox="1"/>
          <p:nvPr/>
        </p:nvSpPr>
        <p:spPr>
          <a:xfrm>
            <a:off x="457200" y="6035040"/>
            <a:ext cx="11277295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9CA3AF"/>
                </a:solidFill>
                <a:latin typeface="Inter"/>
                <a:ea typeface="Microsoft JhengHei UI"/>
              </a:rPr>
              <a:t>狀態：僅設計、尚未實作；列為未來工作（不附程式碼）</a:t>
            </a:r>
          </a:p>
        </p:txBody>
      </p:sp>
      <p:sp>
        <p:nvSpPr>
          <p:cNvPr id="7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44  /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accent_top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E5E7EB"/>
                </a:solidFill>
                <a:latin typeface="Inter"/>
                <a:ea typeface="Microsoft JhengHei UI"/>
              </a:rPr>
              <a:t>結語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34440"/>
            <a:ext cx="11277295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"/>
          <p:cNvSpPr txBox="1"/>
          <p:nvPr/>
        </p:nvSpPr>
        <p:spPr>
          <a:xfrm>
            <a:off x="457200" y="192024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E5E7EB"/>
                </a:solidFill>
                <a:latin typeface="Inter"/>
                <a:ea typeface="Microsoft JhengHei UI"/>
              </a:rPr>
              <a:t>• 由單一審查管線擴展為 17 項研究級機制 + 20+ 項可操作性整合 + 多後端組合 + 完整可觀測性</a:t>
            </a:r>
          </a:p>
          <a:p>
            <a:pPr algn="l"/>
            <a:r>
              <a:rPr sz="1900">
                <a:solidFill>
                  <a:srgbClr val="E5E7EB"/>
                </a:solidFill>
                <a:latin typeface="Inter"/>
                <a:ea typeface="Microsoft JhengHei UI"/>
              </a:rPr>
              <a:t>• 所有已實作功能皆 opt-in 且附單元測試</a:t>
            </a:r>
          </a:p>
          <a:p>
            <a:pPr algn="l"/>
            <a:r>
              <a:rPr sz="1900">
                <a:solidFill>
                  <a:srgbClr val="E5E7EB"/>
                </a:solidFill>
                <a:latin typeface="Inter"/>
                <a:ea typeface="Microsoft JhengHei UI"/>
              </a:rPr>
              <a:t>• 研究級機制計數與 docs 之 research-extensions.rst 對齊(seventeen)</a:t>
            </a:r>
          </a:p>
          <a:p>
            <a:pPr algn="l"/>
            <a:r>
              <a:rPr sz="1900">
                <a:solidFill>
                  <a:srgbClr val="E5E7EB"/>
                </a:solidFill>
                <a:latin typeface="Inter"/>
                <a:ea typeface="Microsoft JhengHei UI"/>
              </a:rPr>
              <a:t>• 本簡報數字皆為功能項目數，非效能 benchmark</a:t>
            </a:r>
          </a:p>
          <a:p>
            <a:pPr algn="l"/>
            <a:r>
              <a:rPr sz="1900">
                <a:solidFill>
                  <a:srgbClr val="E5E7EB"/>
                </a:solidFill>
                <a:latin typeface="Inter"/>
                <a:ea typeface="Microsoft JhengHei UI"/>
              </a:rPr>
              <a:t>• 依 paper_rule 不謊造原則，量化效益留待後續以實際語料誠實量測</a:t>
            </a:r>
          </a:p>
        </p:txBody>
      </p:sp>
      <p:sp>
        <p:nvSpPr>
          <p:cNvPr id="5" name="page_number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Inter"/>
                <a:ea typeface="Microsoft JhengHei UI"/>
              </a:rPr>
              <a:t>45  / 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